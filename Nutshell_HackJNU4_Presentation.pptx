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3716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/>
            </a:pPr>
            <a:r>
              <a:t>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Nutshell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A623"/>
                </a:solidFill>
              </a:defRPr>
            </a:pPr>
            <a:r>
              <a:t>Hands-free browsing powered by head tracking &amp; Chrome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HackJNU 4.0 | Team Nutshell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🔴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4513"/>
                </a:solidFill>
              </a:defRPr>
            </a:pPr>
            <a:r>
              <a:t>♿ Accessibility Gap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Millions with mobility impairments (ALS, cerebral palsy, RSI) cannot use traditional mouse/keyboard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4513"/>
                </a:solidFill>
              </a:defRPr>
            </a:pPr>
            <a:r>
              <a:t>💰 Cost Barrier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Eye-gaze systems cost $10,000+ requiring specialized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4513"/>
                </a:solidFill>
              </a:defRPr>
            </a:pPr>
            <a:r>
              <a:t>🔒 Privacy Concerns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Existing solutions send data to cloud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4513"/>
                </a:solidFill>
              </a:defRPr>
            </a:pPr>
            <a:r>
              <a:t>🌐 Browser Limitations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Most assistive tools don't work within web browsers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4513"/>
                </a:solidFill>
              </a:defRPr>
            </a:pPr>
            <a:r>
              <a:t>📚 Information Overload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Clicking countless links just to preview content creates friction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💡 Our Solution: Nutshell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323232"/>
                </a:solidFill>
              </a:defRPr>
            </a:pPr>
            <a:r>
              <a:t>Hands-free browsing powered by head tracking and Chrome Built-in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4513"/>
                </a:solidFill>
              </a:defRPr>
            </a:pPr>
            <a:r>
              <a:t>🎯 Head Tracking Control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Move cursor with head movements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Open mouth to click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Dwell-to-click (hover activation)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Auto-scroll zones (top/bottom)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Browser navigation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4513"/>
                </a:solidFill>
              </a:defRPr>
            </a:pPr>
            <a:r>
              <a:t>🤖 AI-Powered Summaries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Hover over links for instant previews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On-device AI (Gemini Nano)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YouTube video summarization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Web article key-points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100% private - no cloud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✨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3232"/>
                </a:solidFill>
              </a:defRPr>
            </a:pPr>
            <a:r>
              <a:t>Mouth-Open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Calibrated to your facial structure with 800ms cooldown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4747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6459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240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3232"/>
                </a:solidFill>
              </a:defRPr>
            </a:pPr>
            <a:r>
              <a:t>Magnetic Snapping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45px radius auto-targeting of clickable elements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63040"/>
            <a:ext cx="34747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6459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240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3232"/>
                </a:solidFill>
              </a:defRPr>
            </a:pPr>
            <a:r>
              <a:t>YouTube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743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Caption extraction &amp; video summarization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4747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00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3232"/>
                </a:solidFill>
              </a:defRPr>
            </a:pPr>
            <a:r>
              <a:t>Real-time Streaming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AI responses stream character by character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023360"/>
            <a:ext cx="34747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4206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4800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3232"/>
                </a:solidFill>
              </a:defRPr>
            </a:pPr>
            <a:r>
              <a:t>Webcam-Based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Works with any standard camera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4023360"/>
            <a:ext cx="34747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4206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4800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3232"/>
                </a:solidFill>
              </a:defRPr>
            </a:pPr>
            <a:r>
              <a:t>Privacy-First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100% local processing, zero data sent externally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🛠️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B0082"/>
                </a:solidFill>
              </a:defRPr>
            </a:pPr>
            <a:r>
              <a:t>🎥 Computer Vision</a:t>
            </a:r>
          </a:p>
          <a:p>
            <a:pPr>
              <a:spcBef>
                <a:spcPts val="1000"/>
              </a:spcBef>
              <a:defRPr sz="1500">
                <a:solidFill>
                  <a:srgbClr val="323232"/>
                </a:solidFill>
              </a:defRPr>
            </a:pPr>
            <a:r>
              <a:t>• Human.js - 468-point facial landmark detection</a:t>
            </a:r>
          </a:p>
          <a:p>
            <a:pPr>
              <a:spcBef>
                <a:spcPts val="1000"/>
              </a:spcBef>
              <a:defRPr sz="1500">
                <a:solidFill>
                  <a:srgbClr val="323232"/>
                </a:solidFill>
              </a:defRPr>
            </a:pPr>
            <a:r>
              <a:t>• One-Euro Filter - Jitter-free cursor movement</a:t>
            </a:r>
          </a:p>
          <a:p>
            <a:pPr>
              <a:spcBef>
                <a:spcPts val="1000"/>
              </a:spcBef>
              <a:defRPr sz="1500">
                <a:solidFill>
                  <a:srgbClr val="323232"/>
                </a:solidFill>
              </a:defRPr>
            </a:pPr>
            <a:r>
              <a:t>• WebGL - GPU-accelerated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B0082"/>
                </a:solidFill>
              </a:defRPr>
            </a:pPr>
            <a:r>
              <a:t>🤖 AI Integration</a:t>
            </a:r>
          </a:p>
          <a:p>
            <a:pPr>
              <a:spcBef>
                <a:spcPts val="1000"/>
              </a:spcBef>
              <a:defRPr sz="1500">
                <a:solidFill>
                  <a:srgbClr val="323232"/>
                </a:solidFill>
              </a:defRPr>
            </a:pPr>
            <a:r>
              <a:t>• Chrome Summarizer API - Key-point extraction</a:t>
            </a:r>
          </a:p>
          <a:p>
            <a:pPr>
              <a:spcBef>
                <a:spcPts val="1000"/>
              </a:spcBef>
              <a:defRPr sz="1500">
                <a:solidFill>
                  <a:srgbClr val="323232"/>
                </a:solidFill>
              </a:defRPr>
            </a:pPr>
            <a:r>
              <a:t>• Chrome Prompt API - Custom prompting</a:t>
            </a:r>
          </a:p>
          <a:p>
            <a:pPr>
              <a:spcBef>
                <a:spcPts val="1000"/>
              </a:spcBef>
              <a:defRPr sz="1500">
                <a:solidFill>
                  <a:srgbClr val="323232"/>
                </a:solidFill>
              </a:defRPr>
            </a:pPr>
            <a:r>
              <a:t>• Gemini Nano - On-device language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B0082"/>
                </a:solidFill>
              </a:defRPr>
            </a:pPr>
            <a:r>
              <a:t>🌐 Browser Integration</a:t>
            </a:r>
          </a:p>
          <a:p>
            <a:pPr>
              <a:spcBef>
                <a:spcPts val="1000"/>
              </a:spcBef>
              <a:defRPr sz="1500">
                <a:solidFill>
                  <a:srgbClr val="323232"/>
                </a:solidFill>
              </a:defRPr>
            </a:pPr>
            <a:r>
              <a:t>• Manifest V3 - Modern extension architecture</a:t>
            </a:r>
          </a:p>
          <a:p>
            <a:pPr>
              <a:spcBef>
                <a:spcPts val="1000"/>
              </a:spcBef>
              <a:defRPr sz="1500">
                <a:solidFill>
                  <a:srgbClr val="323232"/>
                </a:solidFill>
              </a:defRPr>
            </a:pPr>
            <a:r>
              <a:t>• Side Panel API - Control interface</a:t>
            </a:r>
          </a:p>
          <a:p>
            <a:pPr>
              <a:spcBef>
                <a:spcPts val="1000"/>
              </a:spcBef>
              <a:defRPr sz="1500">
                <a:solidFill>
                  <a:srgbClr val="323232"/>
                </a:solidFill>
              </a:defRPr>
            </a:pPr>
            <a:r>
              <a:t>• Readability.js - Content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A623"/>
                </a:solidFill>
              </a:defRPr>
            </a:pPr>
            <a:r>
              <a:t>⚡ Lightweight Chrome Extension (~2MB) | Works offline after model download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⚙️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4513"/>
                </a:solidFill>
              </a:defRPr>
            </a:pPr>
            <a:r>
              <a:t>🎯 Head Tracking Pipeline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Webcam → Face Detection → 468 Landmarks → Head Pose → One-Euro Filter → Screen Coords → Dwell →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4513"/>
                </a:solidFill>
              </a:defRPr>
            </a:pPr>
            <a:r>
              <a:t>🤖 AI Summary Pipeline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Link Hover (600ms) → Fetch HTML → Readability.js → Chrome AI API → Gemini Nano → Streaming Response → Tooltip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4513"/>
                </a:solidFill>
              </a:defRPr>
            </a:pPr>
            <a:r>
              <a:t>📺 YouTube Special Pipeline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Page Load → XHR Interceptor → Capture Captions → Parse Text → Combine with Description → Custom Prompt →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🚀 Innovation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💡 What Makes It Innovative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✓ First to combine head tracking + on-device AI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✓ Zero cost ($0) vs. $10,000+ alternatives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✓ 100% privacy - all processing is local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✓ Works with any standard webcam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✓ No specialized hardware required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✓ Instant responses - no network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🌍 Real-World Impact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• Accessibility for mobility impairments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• RSI prevention &amp; management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• Temporary disability support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• Hands-free research &amp; productivity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• Democratizes assistive technology</a:t>
            </a:r>
          </a:p>
          <a:p>
            <a:pPr>
              <a:spcBef>
                <a:spcPts val="1000"/>
              </a:spcBef>
              <a:defRPr sz="1700">
                <a:solidFill>
                  <a:srgbClr val="323232"/>
                </a:solidFill>
              </a:defRPr>
            </a:pPr>
            <a:r>
              <a:t>• Works offline after initial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0972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5A623"/>
                </a:solidFill>
              </a:defRPr>
            </a:pPr>
            <a:r>
              <a:t>Browse hands-free, understand 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🎥 Demo: youtu.be/KVOM2VvWypE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📦 GitHub: github.com/tanhanwei/Nutshell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9696"/>
                </a:solidFill>
              </a:defRPr>
            </a:pPr>
            <a:r>
              <a:t>HackJNU 4.0 |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